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D5CA"/>
    <a:srgbClr val="813E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>
        <p:scale>
          <a:sx n="104" d="100"/>
          <a:sy n="104" d="100"/>
        </p:scale>
        <p:origin x="92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0EEDCD-1108-7C97-5792-36DC1A0ACD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98FCF76-411C-2D9E-E4B8-D6418327D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2D4F4A-EE8A-E8CA-64D2-0E4EA0E56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FEDD5-9715-9441-831C-E09BCE6BAD65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811203D-DFF2-0AEC-4835-E0A4EEC0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298DD0-3102-B727-2D34-A31624EC5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DD86-2E74-114C-96BD-446D5EB65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0618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439653-0771-DAB6-A322-119DD1723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EEE344F-C1F3-2DF9-A5A0-29720DFE8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10ECEE-A24F-FB4F-DEBF-E0C214318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FEDD5-9715-9441-831C-E09BCE6BAD65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18BDD8-157C-83DD-0182-B1B4564DE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A49162-2CC8-F377-7817-BD57CF713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DD86-2E74-114C-96BD-446D5EB65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9150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B3A924-B325-2191-078A-0DE7A328F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A52ED22-4515-77F7-C209-E8833CA08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E3112E-A931-6F9F-2DB2-1DDF77127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FEDD5-9715-9441-831C-E09BCE6BAD65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437474-C88A-1B94-8F96-18E1802B4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A76DBFD-84E9-2E47-C21F-B3AF5B6A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DD86-2E74-114C-96BD-446D5EB65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3123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601A44-C8FE-002E-CF11-60DA64776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CCF631E-837E-DB18-BBB0-C2F5516974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3E3A665-1741-0C7A-A3F9-D144EDDC4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657ACD-1DA6-8FD3-ED02-904D69F6D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FEDD5-9715-9441-831C-E09BCE6BAD65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5975543-0FEF-0C7C-854A-C9D5BC6D0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63810E-B4EB-15CC-E685-3C88AA32D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DD86-2E74-114C-96BD-446D5EB65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3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C09167-EFC6-5D20-51E5-3D56C7591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D3BF132-0CE3-AC49-6292-A414FFAD3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9DA0DAC-6408-73D1-5A37-CBBDE8B44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53EFED8-566E-339D-372F-948C42F90F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A90F635-CDED-C5D2-1701-A6C0FE7895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815EE39-15D8-155A-DE74-6519AB885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FEDD5-9715-9441-831C-E09BCE6BAD65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F51C96B-3066-148C-F2C1-50718F016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066721A-D2EC-5E74-E636-AC8C97D75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DD86-2E74-114C-96BD-446D5EB65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5095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042841-055C-84FE-5738-BFB561EF3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858EDE3-E54C-72A8-E8E5-C0BF649DC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FEDD5-9715-9441-831C-E09BCE6BAD65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9042A4D-4BD6-E02F-544B-8CADCDA13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FE98A4D-5B61-BE8C-6E24-AAB082294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DD86-2E74-114C-96BD-446D5EB65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4923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F2FF6B0-986B-F5A4-39EA-3042C1142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FEDD5-9715-9441-831C-E09BCE6BAD65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1B5E203-2169-AEC2-45DF-D8257979C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D0CF1C-F3FB-2C50-196F-60A86852C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DD86-2E74-114C-96BD-446D5EB65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944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B48B22-3D29-C42F-C716-33E30F8AF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642DC5-2929-81DD-FE48-02C8652C1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D71FC52-0A90-9881-B7F3-4BF17AB33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AFE09CD-22DA-2CFB-8347-029FB266F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FEDD5-9715-9441-831C-E09BCE6BAD65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D1228C8-C2B0-FE54-98BA-4E2909C9C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24EDFB-57E5-2861-668F-64F4D35F7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DD86-2E74-114C-96BD-446D5EB65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1732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755BBD-42FB-1C46-780D-02A1EAD0C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4FC2B74-67FE-4B5F-57BE-C89A0CC578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5BB03AE-676A-B42B-FDFB-372CC4006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9E3A0B8-1965-1E04-A005-A3C301379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FEDD5-9715-9441-831C-E09BCE6BAD65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F057832-FC39-7901-A48A-EB210F024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5A5891-E603-A438-F131-62F9E7DA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DD86-2E74-114C-96BD-446D5EB65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5555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94E406-7E96-AA03-6D8F-921D4C13D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D351C1-37EA-9BF8-5190-56046F959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3629F0-A5C2-642C-D02C-DA61A037B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FEDD5-9715-9441-831C-E09BCE6BAD65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F6881C-90C0-D5E1-13C8-B94B966C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0541DE-5B86-A17C-6AD3-45DE517E4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DD86-2E74-114C-96BD-446D5EB65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2795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174C768-F5E3-D862-744C-363861157F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8F0C125-480A-7DBE-9B3E-15D97556E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632424-C905-E087-6139-C5DD11787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FEDD5-9715-9441-831C-E09BCE6BAD65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E17645-0236-94E6-C4E1-25F99009F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C8C5872-9D83-65B0-8027-4D47A84F1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2DD86-2E74-114C-96BD-446D5EB65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493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9F3DBA8-792A-9A5F-A905-E5A3A261D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80CCC81-2ECA-A693-7807-5FDA5C990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81372E-5EB1-7F4F-636C-0D28BE395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FEDD5-9715-9441-831C-E09BCE6BAD65}" type="datetimeFigureOut">
              <a:rPr kumimoji="1" lang="ja-JP" altLang="en-US" smtClean="0"/>
              <a:t>2026/2/7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27BDA6-55D8-0151-2E5E-5F57A27441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26D8D4-8181-4A8A-4D66-93F7BA316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C2DD86-2E74-114C-96BD-446D5EB65B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8746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台形 4">
            <a:extLst>
              <a:ext uri="{FF2B5EF4-FFF2-40B4-BE49-F238E27FC236}">
                <a16:creationId xmlns:a16="http://schemas.microsoft.com/office/drawing/2014/main" id="{2DE62918-0D3E-B020-6144-21909AA3ED69}"/>
              </a:ext>
            </a:extLst>
          </p:cNvPr>
          <p:cNvSpPr/>
          <p:nvPr/>
        </p:nvSpPr>
        <p:spPr>
          <a:xfrm>
            <a:off x="3136650" y="4242390"/>
            <a:ext cx="6043959" cy="981856"/>
          </a:xfrm>
          <a:prstGeom prst="trapezoid">
            <a:avLst>
              <a:gd name="adj" fmla="val 133638"/>
            </a:avLst>
          </a:prstGeom>
          <a:solidFill>
            <a:srgbClr val="EDD5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89069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Macintosh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久保田　和樹</dc:creator>
  <cp:lastModifiedBy>久保田　和樹</cp:lastModifiedBy>
  <cp:revision>1</cp:revision>
  <dcterms:created xsi:type="dcterms:W3CDTF">2026-02-07T13:34:26Z</dcterms:created>
  <dcterms:modified xsi:type="dcterms:W3CDTF">2026-02-07T13:51:42Z</dcterms:modified>
</cp:coreProperties>
</file>